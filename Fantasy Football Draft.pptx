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57" d="100"/>
          <a:sy n="57" d="100"/>
        </p:scale>
        <p:origin x="78" y="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C5703-969B-44FA-882B-6D1FE27533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7835D3-C38B-4E1E-8255-4CAF4DA28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23A45-18F0-4A1E-8DF8-C6C96FC58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897C-B8A1-465A-A238-995E0D983E3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6DA26-0A91-415A-9104-BCDF6C0C7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544FC-E48E-440C-BDC9-91FC25F60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1B457-4198-47AB-9808-8CB4CE2A0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232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52DDA-0BEA-4EE6-A952-AC06D4E87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902C1-269D-427B-A301-F2770B70C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F861F-A12B-4E74-BA6C-BE6472ADD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897C-B8A1-465A-A238-995E0D983E3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A3911-4C05-408D-AC22-87574F10F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22B3D-80AF-4F69-8A92-604EC5986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1B457-4198-47AB-9808-8CB4CE2A0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418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7E653-77F5-41DB-9D68-1ABC3BF8E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BFE9B-568F-4127-8EE8-6E99BD46B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9AB2C-1A0C-4A97-A323-884165D8F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897C-B8A1-465A-A238-995E0D983E3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7B7F9-7AF3-4D39-AF28-185DA1358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77986-DC7E-4701-8E1C-04CCB5DAE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1B457-4198-47AB-9808-8CB4CE2A0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759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CE875-07FB-4EED-820A-D742CA3E9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69802-F7F9-4A18-A6E4-18C7EA89A7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633F2D-E09B-4A37-B7BB-59E4DD3267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656923-62DD-4484-AA8C-A6EDB2BC1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897C-B8A1-465A-A238-995E0D983E3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F38B36-B4C6-489A-A735-405618F0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B0C5A8-1057-4BB2-96DD-71774AE1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1B457-4198-47AB-9808-8CB4CE2A0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333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31360-2C82-4BB9-842B-E9E5CFDA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CBDF7-2E3D-41B1-8907-31578352D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C30301-5541-4FEC-B516-858961D79A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0112F8-91A4-4705-80FA-6A764C8041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45BFC4-2AC5-4C87-8300-7BA3A5AFB5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0869AB-6996-46D3-9D54-E6901112B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897C-B8A1-465A-A238-995E0D983E3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0E4C86-AF43-4CD9-83EF-BA40565BB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F71532-E7C8-4A8C-897C-ED9E18300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1B457-4198-47AB-9808-8CB4CE2A0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414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D5797-795B-4025-AF44-83E84FC1E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C3463E-7B58-4A15-AD47-9C48461A1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897C-B8A1-465A-A238-995E0D983E3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33EAAF-727F-4EAA-B2E6-A13D75415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8FA8B2-CB92-43ED-B2E9-AC89635C1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1B457-4198-47AB-9808-8CB4CE2A0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64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840030-AC1E-4E71-BDFF-D9A95B65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897C-B8A1-465A-A238-995E0D983E3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CE9F82-8E42-4E0F-860D-11B2B4F47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DDCA0-308A-4F2F-AFE1-50E93AD8A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1B457-4198-47AB-9808-8CB4CE2A0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40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09B41-0B72-4BE8-A1F0-E0E34B396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DCCB5-6872-44A7-AB68-B29596A03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F2BFEC-FBC1-4FB0-B45D-F43ED12001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80E3E-A5D9-4787-BDD9-954EDCF19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897C-B8A1-465A-A238-995E0D983E3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9A3891-0C6C-4F61-B898-CD7ED1028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67FAAF-AFE4-4C2B-B153-7A5C90ED7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1B457-4198-47AB-9808-8CB4CE2A0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233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5EE80-84DB-46C1-B0D7-871824120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DF3284-9EEE-454C-B8C6-715904CB0C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514FFD-9C01-46CF-8010-C3B54794D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6BD817-0429-484E-A553-97DA0E9A4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897C-B8A1-465A-A238-995E0D983E3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036D17-841F-43AE-9D97-398A19741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52348-6A12-42A9-BB1E-8883F1610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1B457-4198-47AB-9808-8CB4CE2A0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72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438D7-B6A6-4C72-BABA-DBD270278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F9413C-A9A5-4288-9404-6D01708197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C4D59-E3D6-4B89-A66D-5D22E8810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897C-B8A1-465A-A238-995E0D983E3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966CF-EC5E-4F44-84A0-C86255D3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BDCCE-B3F8-48BE-A165-E2B2C4203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1B457-4198-47AB-9808-8CB4CE2A0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85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82F3EE-0919-426D-AE58-062AFED56D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2D10B-1A88-48C0-8EC3-8A94A78ECD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E358C-BDFB-4B43-A99E-D42452AE5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897C-B8A1-465A-A238-995E0D983E3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4598A-955F-44FF-8D82-9A66335D0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B0557-A418-4CD9-860E-8A84BD36D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1B457-4198-47AB-9808-8CB4CE2A0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293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807CD6-D007-4C33-BDEF-570630E91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CA6ED-E94D-4B20-A427-2A7FC5EE38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A1462-0F90-4A26-8D9A-111B095A44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9D897C-B8A1-465A-A238-995E0D983E3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B5D6D-58E7-45AB-85FD-B1CDD949BF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9EC32-7B50-44DB-9599-36E553425B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51B457-4198-47AB-9808-8CB4CE2A0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524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C1AAE-24A9-466F-94EE-CED1591CE6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Fantasy Football Draft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BBA173-23D8-4FA6-9CEB-56CD0DD1BF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Orangel Mendez</a:t>
            </a:r>
          </a:p>
        </p:txBody>
      </p:sp>
    </p:spTree>
    <p:extLst>
      <p:ext uri="{BB962C8B-B14F-4D97-AF65-F5344CB8AC3E}">
        <p14:creationId xmlns:p14="http://schemas.microsoft.com/office/powerpoint/2010/main" val="907198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7B28D-F99A-49CD-BF7C-EFC523097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2B1A0-4B64-4EB2-BECF-6BD92196A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444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Business Problem</a:t>
            </a:r>
          </a:p>
          <a:p>
            <a:r>
              <a:rPr lang="en-US" dirty="0"/>
              <a:t>Can we use Machine learning, time series forecasting, and optimization to predict 2025 fantasy football performance and construct an optimal draft roster?</a:t>
            </a:r>
          </a:p>
          <a:p>
            <a:r>
              <a:rPr lang="en-US" dirty="0"/>
              <a:t>Goals</a:t>
            </a:r>
          </a:p>
          <a:p>
            <a:pPr lvl="1"/>
            <a:r>
              <a:rPr lang="en-US" dirty="0"/>
              <a:t>Predict weekly season-long fantasy points with high accuracy</a:t>
            </a:r>
          </a:p>
          <a:p>
            <a:pPr lvl="1"/>
            <a:r>
              <a:rPr lang="en-US" dirty="0"/>
              <a:t>Optimize 2025 roster under real positional constraints</a:t>
            </a:r>
          </a:p>
          <a:p>
            <a:pPr lvl="1"/>
            <a:r>
              <a:rPr lang="en-US" dirty="0"/>
              <a:t>Provide tools for managers to compare players, evaluate draft value, and forecast performance.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605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A103F-B7CF-486F-A7F0-176730781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Data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8ADDC-F4AC-4086-A3DD-1E9C614BF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Stemming from 2012-2024 season. </a:t>
            </a:r>
          </a:p>
          <a:p>
            <a:r>
              <a:rPr lang="en-US" dirty="0"/>
              <a:t>Metadata included:</a:t>
            </a:r>
          </a:p>
          <a:p>
            <a:pPr lvl="1"/>
            <a:r>
              <a:rPr lang="en-US" dirty="0"/>
              <a:t>Player Name</a:t>
            </a:r>
          </a:p>
          <a:p>
            <a:pPr lvl="1"/>
            <a:r>
              <a:rPr lang="en-US" dirty="0"/>
              <a:t>Player Position</a:t>
            </a:r>
          </a:p>
          <a:p>
            <a:pPr lvl="1"/>
            <a:r>
              <a:rPr lang="en-US" dirty="0"/>
              <a:t>Passing Yards</a:t>
            </a:r>
          </a:p>
          <a:p>
            <a:pPr lvl="1"/>
            <a:r>
              <a:rPr lang="en-US" dirty="0"/>
              <a:t>Rushing Yards</a:t>
            </a:r>
          </a:p>
          <a:p>
            <a:pPr lvl="1"/>
            <a:r>
              <a:rPr lang="en-US" dirty="0"/>
              <a:t>Receiving Yards</a:t>
            </a:r>
          </a:p>
          <a:p>
            <a:pPr lvl="1"/>
            <a:r>
              <a:rPr lang="en-US" dirty="0"/>
              <a:t>Passing Touchdowns</a:t>
            </a:r>
          </a:p>
          <a:p>
            <a:pPr lvl="1"/>
            <a:r>
              <a:rPr lang="en-US" dirty="0"/>
              <a:t>Rushing Touchdowns</a:t>
            </a:r>
          </a:p>
          <a:p>
            <a:pPr lvl="1"/>
            <a:r>
              <a:rPr lang="en-US" dirty="0"/>
              <a:t>Receiving Touchdowns</a:t>
            </a:r>
          </a:p>
          <a:p>
            <a:pPr lvl="1"/>
            <a:r>
              <a:rPr lang="en-US" dirty="0"/>
              <a:t>Fantasy Points (PPR)</a:t>
            </a:r>
          </a:p>
          <a:p>
            <a:pPr marL="457200" lvl="1" indent="0">
              <a:buNone/>
            </a:pPr>
            <a:endParaRPr lang="en-US" sz="3400" dirty="0"/>
          </a:p>
          <a:p>
            <a:pPr marL="457200" lvl="1" indent="0">
              <a:buNone/>
            </a:pPr>
            <a:r>
              <a:rPr lang="en-US" sz="3400" dirty="0"/>
              <a:t>Data </a:t>
            </a:r>
            <a:r>
              <a:rPr lang="en-US" sz="3400" dirty="0" err="1"/>
              <a:t>PreProcessing</a:t>
            </a:r>
            <a:endParaRPr lang="en-US" sz="3400" dirty="0"/>
          </a:p>
          <a:p>
            <a:pPr lvl="1"/>
            <a:r>
              <a:rPr lang="en-US" dirty="0"/>
              <a:t>Cleaning</a:t>
            </a:r>
          </a:p>
          <a:p>
            <a:pPr lvl="1"/>
            <a:r>
              <a:rPr lang="en-US" dirty="0"/>
              <a:t>Merging weekly and yearly data</a:t>
            </a:r>
          </a:p>
          <a:p>
            <a:pPr lvl="1"/>
            <a:r>
              <a:rPr lang="en-US" dirty="0"/>
              <a:t>Handling missing values</a:t>
            </a:r>
          </a:p>
          <a:p>
            <a:pPr lvl="1"/>
            <a:r>
              <a:rPr lang="en-US" dirty="0"/>
              <a:t>Creating engineered feature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783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A239-F149-4D68-9921-9AF0ACDF3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90FBA-1466-404D-89D4-DB045A237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Baseline Regression Model – Simple linear Regression as a benchmark</a:t>
            </a:r>
          </a:p>
          <a:p>
            <a:r>
              <a:rPr lang="en-US" dirty="0" err="1"/>
              <a:t>XGBoost</a:t>
            </a:r>
            <a:r>
              <a:rPr lang="en-US" dirty="0"/>
              <a:t> Regression – Non-linear relationships and feature interactions</a:t>
            </a:r>
          </a:p>
          <a:p>
            <a:r>
              <a:rPr lang="en-US" dirty="0" err="1"/>
              <a:t>Nueral</a:t>
            </a:r>
            <a:r>
              <a:rPr lang="en-US" dirty="0"/>
              <a:t> Network</a:t>
            </a:r>
          </a:p>
          <a:p>
            <a:r>
              <a:rPr lang="en-US" dirty="0"/>
              <a:t>Time-Series Forecasting(ARIMA)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225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140</Words>
  <Application>Microsoft Office PowerPoint</Application>
  <PresentationFormat>Widescreen</PresentationFormat>
  <Paragraphs>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Fantasy Football Draft</vt:lpstr>
      <vt:lpstr> Project Overview</vt:lpstr>
      <vt:lpstr>Data </vt:lpstr>
      <vt:lpstr>Model Approach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Fantasy Football Draft</dc:title>
  <dc:creator>Orangel Mendez</dc:creator>
  <cp:lastModifiedBy>Orangel Mendez</cp:lastModifiedBy>
  <cp:revision>8</cp:revision>
  <dcterms:created xsi:type="dcterms:W3CDTF">2025-11-16T20:38:52Z</dcterms:created>
  <dcterms:modified xsi:type="dcterms:W3CDTF">2025-11-16T22:29:06Z</dcterms:modified>
</cp:coreProperties>
</file>